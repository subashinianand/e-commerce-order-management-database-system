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8B97A-F671-32A8-F0F4-7107CE7856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B9BF72-3F76-E266-2B29-B658635762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AF381-F921-5FF5-EAC7-5FCD5E800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4A149-34AF-434B-980C-ED5CC4D2FB35}" type="datetimeFigureOut">
              <a:rPr lang="en-IN" smtClean="0"/>
              <a:t>21-07-2026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F46B1-3E42-99EC-050A-3D36EC771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CF164-B978-F955-0DE6-AA6D8D55D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C76C-13D0-4E25-8918-928D210D364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4715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584B0-479D-A00C-4D5C-A968467D5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5F899-5D2B-5DEC-D595-3A773AF6E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49B65-FED4-1DFA-E25B-334F47503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4A149-34AF-434B-980C-ED5CC4D2FB35}" type="datetimeFigureOut">
              <a:rPr lang="en-IN" smtClean="0"/>
              <a:t>21-07-2026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F83B1-26DB-3ABF-E422-B3636BF1D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81BEB-4E40-47A3-823B-03C344AFE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C76C-13D0-4E25-8918-928D210D364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4990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7C812-D48B-47A4-24EF-74CC2A5DF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20F0EF-5216-646A-B2DC-288CB3755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61E45-7D90-A998-FEF2-7F7CA2260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4A149-34AF-434B-980C-ED5CC4D2FB35}" type="datetimeFigureOut">
              <a:rPr lang="en-IN" smtClean="0"/>
              <a:t>21-07-2026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371A6-1712-A53F-8C88-B1B24A966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F8EEE-10CF-F282-2D3A-90BCC1A83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C76C-13D0-4E25-8918-928D210D364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751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CEF23-1637-3F6A-F3AC-FFC2E1ED5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666D7-0675-D1F5-8825-200D85075F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502314-1834-1B94-C292-6168F58D8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0A2B42-DAC7-26BE-C8C8-6434D1704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4A149-34AF-434B-980C-ED5CC4D2FB35}" type="datetimeFigureOut">
              <a:rPr lang="en-IN" smtClean="0"/>
              <a:t>21-07-2026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EC487E-42CD-3E8C-F85B-02A5B9F31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310F5-41EF-6022-A60D-0139E688D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C76C-13D0-4E25-8918-928D210D364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9009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DB4FB-39E1-8E70-F156-8C6791AA8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EDB03-3267-A99A-A588-7C7BF166E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5E899E-97E2-7410-E0B7-4C74CCCB1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25FF42-ACA0-C4ED-CAC7-A27198B0C7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C14D1A-ECBE-CF52-BE66-8F20DA80C5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952BA-2F81-A89B-5A77-1C0403CA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4A149-34AF-434B-980C-ED5CC4D2FB35}" type="datetimeFigureOut">
              <a:rPr lang="en-IN" smtClean="0"/>
              <a:t>21-07-2026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35299D-F1E0-8285-4739-8312429F7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3DCE41-3FA1-3324-149A-E8EB510C8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C76C-13D0-4E25-8918-928D210D364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3401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76878-B5A9-315E-FE76-D37EA54B8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4A50F4-6CC1-1DF5-E4C6-007AA0F0B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4A149-34AF-434B-980C-ED5CC4D2FB35}" type="datetimeFigureOut">
              <a:rPr lang="en-IN" smtClean="0"/>
              <a:t>21-07-2026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816699-15D6-247A-A1A7-3037E5E5A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3903DB-FBFE-78B2-924C-B42DB9238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C76C-13D0-4E25-8918-928D210D364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2233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DBEA26-7D05-3B06-CCF1-095CA008B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4A149-34AF-434B-980C-ED5CC4D2FB35}" type="datetimeFigureOut">
              <a:rPr lang="en-IN" smtClean="0"/>
              <a:t>21-07-2026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55A4D2-E446-DD39-FDE0-DCE1719AC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0848E-28BB-19F5-57E8-A0E1D4681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C76C-13D0-4E25-8918-928D210D364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1221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6E720-399E-AA20-6A20-63B6BE191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003FC-7B8C-55CA-A9CD-1FD8963EB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B9CCE6-E42C-A5B6-E1A9-47056CB87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91C968-0889-A60E-FB25-BDB9B04BE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4A149-34AF-434B-980C-ED5CC4D2FB35}" type="datetimeFigureOut">
              <a:rPr lang="en-IN" smtClean="0"/>
              <a:t>21-07-2026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C17156-CAC3-6E17-B2BC-6DA74EC16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D9D73-D514-0C60-A61D-2C3CE4481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C76C-13D0-4E25-8918-928D210D364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8560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43B22-9395-E1BE-7CA0-B4B9220A9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A31344-FE2B-C277-4A9F-53A5E0F27D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6B349B-030E-D07A-850B-49E06F62F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85D9BB-F037-C11A-D005-9C1CD377C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4A149-34AF-434B-980C-ED5CC4D2FB35}" type="datetimeFigureOut">
              <a:rPr lang="en-IN" smtClean="0"/>
              <a:t>21-07-2026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666C46-78AF-826F-D1CD-1637FFD52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92FA3-7693-BEB0-30BA-C5F2A8E80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C76C-13D0-4E25-8918-928D210D364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9779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A8CF6-C285-1701-D0BD-7AA955AC6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DAE90D-EAA1-7C23-44FF-55AB757F6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29246-C463-5128-A5B1-CE477FD0F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4A149-34AF-434B-980C-ED5CC4D2FB35}" type="datetimeFigureOut">
              <a:rPr lang="en-IN" smtClean="0"/>
              <a:t>21-07-2026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79305-3092-AFE4-754D-F6A5A3C21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2CB0C-72C7-AE48-63DA-4ECB79BBD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C76C-13D0-4E25-8918-928D210D364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8538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7289C6-0692-2BBD-095A-895149BBF8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296BAE-C122-4CEC-BCF6-7746515ECC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E4928-AED0-5327-E94A-BFFB8D0CA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4A149-34AF-434B-980C-ED5CC4D2FB35}" type="datetimeFigureOut">
              <a:rPr lang="en-IN" smtClean="0"/>
              <a:t>21-07-2026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2E540-D850-7E38-50C9-EA2968DF9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D65B9-B01F-B5D8-9E09-98038E505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C76C-13D0-4E25-8918-928D210D364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7807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F52A72-B42F-4C99-C284-65A9B6F8D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E05B4-A8CF-BB82-2497-A53905EBC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F0441-1444-6E1D-5F4A-490C565258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4A149-34AF-434B-980C-ED5CC4D2FB35}" type="datetimeFigureOut">
              <a:rPr lang="en-IN" smtClean="0"/>
              <a:t>21-07-2026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DDBD1-85F6-D18F-6B59-CB47A6C80C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72BBE-370B-FAF6-613C-C28905FFF6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1EC76C-13D0-4E25-8918-928D210D364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6575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DC1C11D-040D-DB5F-A609-1FA1CE3101B2}"/>
              </a:ext>
            </a:extLst>
          </p:cNvPr>
          <p:cNvSpPr/>
          <p:nvPr/>
        </p:nvSpPr>
        <p:spPr>
          <a:xfrm>
            <a:off x="373625" y="462117"/>
            <a:ext cx="2054942" cy="66859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CUSTOMER</a:t>
            </a:r>
          </a:p>
        </p:txBody>
      </p:sp>
      <p:sp>
        <p:nvSpPr>
          <p:cNvPr id="5" name="Flowchart: Decision 4">
            <a:extLst>
              <a:ext uri="{FF2B5EF4-FFF2-40B4-BE49-F238E27FC236}">
                <a16:creationId xmlns:a16="http://schemas.microsoft.com/office/drawing/2014/main" id="{37A7F86B-4B0F-FB86-E123-268C74AA238B}"/>
              </a:ext>
            </a:extLst>
          </p:cNvPr>
          <p:cNvSpPr/>
          <p:nvPr/>
        </p:nvSpPr>
        <p:spPr>
          <a:xfrm>
            <a:off x="2969342" y="511277"/>
            <a:ext cx="1415846" cy="570271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Places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4053EB5-E25C-E178-0569-DB01A62A0E2C}"/>
              </a:ext>
            </a:extLst>
          </p:cNvPr>
          <p:cNvSpPr/>
          <p:nvPr/>
        </p:nvSpPr>
        <p:spPr>
          <a:xfrm>
            <a:off x="4925963" y="511277"/>
            <a:ext cx="2054942" cy="66859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ORDERS</a:t>
            </a:r>
          </a:p>
        </p:txBody>
      </p:sp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A645211E-E4BF-208D-23DA-BDE6E76288CE}"/>
              </a:ext>
            </a:extLst>
          </p:cNvPr>
          <p:cNvSpPr/>
          <p:nvPr/>
        </p:nvSpPr>
        <p:spPr>
          <a:xfrm>
            <a:off x="7521680" y="619427"/>
            <a:ext cx="1415846" cy="570271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Has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2C67307-76EE-3DB9-255F-3D547125B366}"/>
              </a:ext>
            </a:extLst>
          </p:cNvPr>
          <p:cNvSpPr/>
          <p:nvPr/>
        </p:nvSpPr>
        <p:spPr>
          <a:xfrm>
            <a:off x="9478301" y="580102"/>
            <a:ext cx="2054942" cy="66859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PAYMENT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9D7A69-FAA3-C6FD-543C-FE21FA823B5F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2428567" y="796413"/>
            <a:ext cx="54077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FE81C1F-6833-D6F0-DC78-39888A49318F}"/>
              </a:ext>
            </a:extLst>
          </p:cNvPr>
          <p:cNvCxnSpPr/>
          <p:nvPr/>
        </p:nvCxnSpPr>
        <p:spPr>
          <a:xfrm flipV="1">
            <a:off x="4385188" y="796411"/>
            <a:ext cx="54077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3D6F7B1-3F0E-1E59-16D9-7C87386DBD80}"/>
              </a:ext>
            </a:extLst>
          </p:cNvPr>
          <p:cNvCxnSpPr/>
          <p:nvPr/>
        </p:nvCxnSpPr>
        <p:spPr>
          <a:xfrm flipV="1">
            <a:off x="6980905" y="904563"/>
            <a:ext cx="54077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5047950-9335-FE3E-A7ED-C2D64728E66F}"/>
              </a:ext>
            </a:extLst>
          </p:cNvPr>
          <p:cNvCxnSpPr/>
          <p:nvPr/>
        </p:nvCxnSpPr>
        <p:spPr>
          <a:xfrm flipV="1">
            <a:off x="8952270" y="904561"/>
            <a:ext cx="54077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D10E122C-1868-A034-6A53-AC133C41256F}"/>
              </a:ext>
            </a:extLst>
          </p:cNvPr>
          <p:cNvSpPr/>
          <p:nvPr/>
        </p:nvSpPr>
        <p:spPr>
          <a:xfrm>
            <a:off x="535854" y="1251156"/>
            <a:ext cx="1366684" cy="3637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err="1"/>
              <a:t>Custemer_ID</a:t>
            </a:r>
            <a:endParaRPr lang="en-IN" sz="11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D8CC5D4-C8D4-9D6D-4335-AFC9769927EF}"/>
              </a:ext>
            </a:extLst>
          </p:cNvPr>
          <p:cNvSpPr/>
          <p:nvPr/>
        </p:nvSpPr>
        <p:spPr>
          <a:xfrm>
            <a:off x="521110" y="1597744"/>
            <a:ext cx="1366684" cy="3637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err="1"/>
              <a:t>First_Name</a:t>
            </a:r>
            <a:endParaRPr lang="en-IN" sz="12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B48AB16-ED1C-7993-5F34-B231FBCCFB9B}"/>
              </a:ext>
            </a:extLst>
          </p:cNvPr>
          <p:cNvSpPr/>
          <p:nvPr/>
        </p:nvSpPr>
        <p:spPr>
          <a:xfrm>
            <a:off x="521110" y="1961538"/>
            <a:ext cx="1366684" cy="3637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err="1"/>
              <a:t>Last_Name</a:t>
            </a:r>
            <a:endParaRPr lang="en-IN" sz="120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9BB3108-091E-9CA4-CD6B-D251A56E488C}"/>
              </a:ext>
            </a:extLst>
          </p:cNvPr>
          <p:cNvSpPr/>
          <p:nvPr/>
        </p:nvSpPr>
        <p:spPr>
          <a:xfrm>
            <a:off x="540773" y="2345009"/>
            <a:ext cx="1366684" cy="3637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Email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8D8E7B4-FADC-C610-32C7-B12081532D9B}"/>
              </a:ext>
            </a:extLst>
          </p:cNvPr>
          <p:cNvSpPr/>
          <p:nvPr/>
        </p:nvSpPr>
        <p:spPr>
          <a:xfrm>
            <a:off x="530937" y="2728480"/>
            <a:ext cx="1366684" cy="3637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Phone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7710B3F-B9CF-242D-CAB2-B5BC68488D7F}"/>
              </a:ext>
            </a:extLst>
          </p:cNvPr>
          <p:cNvSpPr/>
          <p:nvPr/>
        </p:nvSpPr>
        <p:spPr>
          <a:xfrm>
            <a:off x="516193" y="3092274"/>
            <a:ext cx="1366684" cy="3637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Address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4FCF75D-E2AE-967B-452A-1E2234F9EA9B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108155" y="796411"/>
            <a:ext cx="265470" cy="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F7DB7B0-648E-24AC-8215-9F4FED335A27}"/>
              </a:ext>
            </a:extLst>
          </p:cNvPr>
          <p:cNvCxnSpPr/>
          <p:nvPr/>
        </p:nvCxnSpPr>
        <p:spPr>
          <a:xfrm>
            <a:off x="108155" y="796411"/>
            <a:ext cx="0" cy="2477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5166CE7-F81E-0697-CB98-F2BEA049A004}"/>
              </a:ext>
            </a:extLst>
          </p:cNvPr>
          <p:cNvCxnSpPr>
            <a:endCxn id="28" idx="2"/>
          </p:cNvCxnSpPr>
          <p:nvPr/>
        </p:nvCxnSpPr>
        <p:spPr>
          <a:xfrm>
            <a:off x="108155" y="3274171"/>
            <a:ext cx="4080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69EF050-D692-9B43-18FE-FBE6ECF5C919}"/>
              </a:ext>
            </a:extLst>
          </p:cNvPr>
          <p:cNvCxnSpPr/>
          <p:nvPr/>
        </p:nvCxnSpPr>
        <p:spPr>
          <a:xfrm>
            <a:off x="108155" y="2910377"/>
            <a:ext cx="4080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DA454B6-AF58-4A7C-04F0-0D98B4D61F05}"/>
              </a:ext>
            </a:extLst>
          </p:cNvPr>
          <p:cNvCxnSpPr/>
          <p:nvPr/>
        </p:nvCxnSpPr>
        <p:spPr>
          <a:xfrm>
            <a:off x="108155" y="2526906"/>
            <a:ext cx="4080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4333315-F3ED-ECB9-3CD1-D93BA19A5370}"/>
              </a:ext>
            </a:extLst>
          </p:cNvPr>
          <p:cNvCxnSpPr/>
          <p:nvPr/>
        </p:nvCxnSpPr>
        <p:spPr>
          <a:xfrm>
            <a:off x="113071" y="2143435"/>
            <a:ext cx="4080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D5E48BE-C0AC-C74C-8B69-9399627E64C8}"/>
              </a:ext>
            </a:extLst>
          </p:cNvPr>
          <p:cNvCxnSpPr/>
          <p:nvPr/>
        </p:nvCxnSpPr>
        <p:spPr>
          <a:xfrm>
            <a:off x="108155" y="1794392"/>
            <a:ext cx="4080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902F6B2-D367-DECB-3F99-43051C3B6994}"/>
              </a:ext>
            </a:extLst>
          </p:cNvPr>
          <p:cNvCxnSpPr/>
          <p:nvPr/>
        </p:nvCxnSpPr>
        <p:spPr>
          <a:xfrm>
            <a:off x="108155" y="1433053"/>
            <a:ext cx="4080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4558E1AA-938D-6F28-A4C6-D6C05DCE26D5}"/>
              </a:ext>
            </a:extLst>
          </p:cNvPr>
          <p:cNvSpPr/>
          <p:nvPr/>
        </p:nvSpPr>
        <p:spPr>
          <a:xfrm>
            <a:off x="5225842" y="1288030"/>
            <a:ext cx="1366684" cy="3637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err="1"/>
              <a:t>Order_Id</a:t>
            </a:r>
            <a:endParaRPr lang="en-IN" sz="120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407E14F-AC90-D90F-EBB3-852B9994D917}"/>
              </a:ext>
            </a:extLst>
          </p:cNvPr>
          <p:cNvSpPr/>
          <p:nvPr/>
        </p:nvSpPr>
        <p:spPr>
          <a:xfrm>
            <a:off x="5211098" y="1651824"/>
            <a:ext cx="1366684" cy="3637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err="1"/>
              <a:t>Order_Date</a:t>
            </a:r>
            <a:endParaRPr lang="en-IN" sz="120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CC8CB07-65BC-ABEC-00FD-609B057C1C63}"/>
              </a:ext>
            </a:extLst>
          </p:cNvPr>
          <p:cNvSpPr/>
          <p:nvPr/>
        </p:nvSpPr>
        <p:spPr>
          <a:xfrm>
            <a:off x="5211098" y="2015618"/>
            <a:ext cx="1366684" cy="3637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err="1"/>
              <a:t>Total_Amount</a:t>
            </a:r>
            <a:endParaRPr lang="en-IN" sz="105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9C8A6D5-48B5-2DAC-0DDD-A605FC26E5A6}"/>
              </a:ext>
            </a:extLst>
          </p:cNvPr>
          <p:cNvSpPr/>
          <p:nvPr/>
        </p:nvSpPr>
        <p:spPr>
          <a:xfrm>
            <a:off x="5211098" y="2389250"/>
            <a:ext cx="1366684" cy="3637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err="1"/>
              <a:t>Order_Status</a:t>
            </a:r>
            <a:endParaRPr lang="en-IN" sz="1100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F75AC3B7-F545-B429-59C6-1FD22F9FAA4D}"/>
              </a:ext>
            </a:extLst>
          </p:cNvPr>
          <p:cNvSpPr/>
          <p:nvPr/>
        </p:nvSpPr>
        <p:spPr>
          <a:xfrm>
            <a:off x="5225842" y="2753044"/>
            <a:ext cx="1366684" cy="3637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err="1"/>
              <a:t>Custemer_id</a:t>
            </a:r>
            <a:r>
              <a:rPr lang="en-IN" sz="1050" dirty="0"/>
              <a:t>(FK)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B4EF7EF-40CF-DE89-A918-43951A994404}"/>
              </a:ext>
            </a:extLst>
          </p:cNvPr>
          <p:cNvCxnSpPr>
            <a:cxnSpLocks/>
          </p:cNvCxnSpPr>
          <p:nvPr/>
        </p:nvCxnSpPr>
        <p:spPr>
          <a:xfrm>
            <a:off x="4793226" y="1081548"/>
            <a:ext cx="0" cy="18435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703472A-9BEA-DB48-603E-20CB5DE746C1}"/>
              </a:ext>
            </a:extLst>
          </p:cNvPr>
          <p:cNvCxnSpPr/>
          <p:nvPr/>
        </p:nvCxnSpPr>
        <p:spPr>
          <a:xfrm>
            <a:off x="4793226" y="1469927"/>
            <a:ext cx="4178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C8A8384-8AE5-19A5-C5B0-2F267734C134}"/>
              </a:ext>
            </a:extLst>
          </p:cNvPr>
          <p:cNvCxnSpPr/>
          <p:nvPr/>
        </p:nvCxnSpPr>
        <p:spPr>
          <a:xfrm>
            <a:off x="4793226" y="1833721"/>
            <a:ext cx="4178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2A45304-6372-13F5-4940-79DD5F64239E}"/>
              </a:ext>
            </a:extLst>
          </p:cNvPr>
          <p:cNvCxnSpPr/>
          <p:nvPr/>
        </p:nvCxnSpPr>
        <p:spPr>
          <a:xfrm>
            <a:off x="4793226" y="2197515"/>
            <a:ext cx="4178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CA54CE7-D2D4-8381-7D4B-7C9ACA027D41}"/>
              </a:ext>
            </a:extLst>
          </p:cNvPr>
          <p:cNvCxnSpPr/>
          <p:nvPr/>
        </p:nvCxnSpPr>
        <p:spPr>
          <a:xfrm>
            <a:off x="4793226" y="2925137"/>
            <a:ext cx="4178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85337F4-7F38-4E80-E011-0D5E3BFFFFA1}"/>
              </a:ext>
            </a:extLst>
          </p:cNvPr>
          <p:cNvCxnSpPr/>
          <p:nvPr/>
        </p:nvCxnSpPr>
        <p:spPr>
          <a:xfrm>
            <a:off x="4793226" y="2566247"/>
            <a:ext cx="4178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83AB4A0-67F8-FF71-1100-EF6665BE4E1D}"/>
              </a:ext>
            </a:extLst>
          </p:cNvPr>
          <p:cNvCxnSpPr/>
          <p:nvPr/>
        </p:nvCxnSpPr>
        <p:spPr>
          <a:xfrm>
            <a:off x="4793226" y="1081548"/>
            <a:ext cx="1327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1EA2A717-B97C-1A7E-BA53-9276780506D7}"/>
              </a:ext>
            </a:extLst>
          </p:cNvPr>
          <p:cNvSpPr/>
          <p:nvPr/>
        </p:nvSpPr>
        <p:spPr>
          <a:xfrm>
            <a:off x="9679859" y="1288030"/>
            <a:ext cx="1366684" cy="3637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err="1"/>
              <a:t>Payment_Id</a:t>
            </a:r>
            <a:endParaRPr lang="en-IN" sz="1200" dirty="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79B56685-93F4-1892-76FA-F04729EFD703}"/>
              </a:ext>
            </a:extLst>
          </p:cNvPr>
          <p:cNvSpPr/>
          <p:nvPr/>
        </p:nvSpPr>
        <p:spPr>
          <a:xfrm>
            <a:off x="9679859" y="1651845"/>
            <a:ext cx="1366684" cy="3637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err="1"/>
              <a:t>Payment_Date</a:t>
            </a:r>
            <a:endParaRPr lang="en-IN" sz="1000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E28A706D-3B06-53D6-4300-6CF6DF43F729}"/>
              </a:ext>
            </a:extLst>
          </p:cNvPr>
          <p:cNvSpPr/>
          <p:nvPr/>
        </p:nvSpPr>
        <p:spPr>
          <a:xfrm>
            <a:off x="9679859" y="2035291"/>
            <a:ext cx="1366684" cy="3637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dirty="0" err="1"/>
              <a:t>Payment_Method</a:t>
            </a:r>
            <a:endParaRPr lang="en-IN" sz="800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DD741A36-03E2-51E7-C083-C304534F1C2C}"/>
              </a:ext>
            </a:extLst>
          </p:cNvPr>
          <p:cNvSpPr/>
          <p:nvPr/>
        </p:nvSpPr>
        <p:spPr>
          <a:xfrm>
            <a:off x="9679859" y="2389254"/>
            <a:ext cx="1366684" cy="3637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err="1"/>
              <a:t>Payment_Status</a:t>
            </a:r>
            <a:endParaRPr lang="en-IN" sz="900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FDB63D00-AF74-5ADC-2198-4CB78D737A87}"/>
              </a:ext>
            </a:extLst>
          </p:cNvPr>
          <p:cNvSpPr/>
          <p:nvPr/>
        </p:nvSpPr>
        <p:spPr>
          <a:xfrm>
            <a:off x="9679859" y="2762909"/>
            <a:ext cx="1366684" cy="3637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err="1"/>
              <a:t>Order_Id</a:t>
            </a:r>
            <a:r>
              <a:rPr lang="en-IN" sz="1100" dirty="0"/>
              <a:t>(FK)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80BF801-DEBF-9C7E-D7B8-E42E5F40AE6C}"/>
              </a:ext>
            </a:extLst>
          </p:cNvPr>
          <p:cNvCxnSpPr>
            <a:cxnSpLocks/>
          </p:cNvCxnSpPr>
          <p:nvPr/>
        </p:nvCxnSpPr>
        <p:spPr>
          <a:xfrm>
            <a:off x="9291484" y="1130710"/>
            <a:ext cx="0" cy="18435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C729220-A276-1284-E544-3FADEE5E609A}"/>
              </a:ext>
            </a:extLst>
          </p:cNvPr>
          <p:cNvCxnSpPr/>
          <p:nvPr/>
        </p:nvCxnSpPr>
        <p:spPr>
          <a:xfrm>
            <a:off x="9291484" y="2964507"/>
            <a:ext cx="4178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5E8A7B0-864B-EFAE-6101-7E5BCEB313C4}"/>
              </a:ext>
            </a:extLst>
          </p:cNvPr>
          <p:cNvCxnSpPr/>
          <p:nvPr/>
        </p:nvCxnSpPr>
        <p:spPr>
          <a:xfrm>
            <a:off x="9291484" y="2566247"/>
            <a:ext cx="4178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DCE871D-89F3-BF2B-4A9A-F0BC31D19F2E}"/>
              </a:ext>
            </a:extLst>
          </p:cNvPr>
          <p:cNvCxnSpPr/>
          <p:nvPr/>
        </p:nvCxnSpPr>
        <p:spPr>
          <a:xfrm>
            <a:off x="9276740" y="2217188"/>
            <a:ext cx="4178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57FA1F0C-8A9C-B66F-83A0-80AC8C29870B}"/>
              </a:ext>
            </a:extLst>
          </p:cNvPr>
          <p:cNvCxnSpPr/>
          <p:nvPr/>
        </p:nvCxnSpPr>
        <p:spPr>
          <a:xfrm>
            <a:off x="9284109" y="1818984"/>
            <a:ext cx="4178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881FBABE-C80F-F794-1DEF-33FF566FC47C}"/>
              </a:ext>
            </a:extLst>
          </p:cNvPr>
          <p:cNvCxnSpPr/>
          <p:nvPr/>
        </p:nvCxnSpPr>
        <p:spPr>
          <a:xfrm>
            <a:off x="9276740" y="1457650"/>
            <a:ext cx="4178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C926FF8-854B-E69C-77F9-B2B3C8DDE9C0}"/>
              </a:ext>
            </a:extLst>
          </p:cNvPr>
          <p:cNvCxnSpPr/>
          <p:nvPr/>
        </p:nvCxnSpPr>
        <p:spPr>
          <a:xfrm>
            <a:off x="9291484" y="1130710"/>
            <a:ext cx="18681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Flowchart: Decision 86">
            <a:extLst>
              <a:ext uri="{FF2B5EF4-FFF2-40B4-BE49-F238E27FC236}">
                <a16:creationId xmlns:a16="http://schemas.microsoft.com/office/drawing/2014/main" id="{7281CAF0-2B9F-0B4B-84A7-1CF9FD664FAC}"/>
              </a:ext>
            </a:extLst>
          </p:cNvPr>
          <p:cNvSpPr/>
          <p:nvPr/>
        </p:nvSpPr>
        <p:spPr>
          <a:xfrm>
            <a:off x="5184055" y="3225034"/>
            <a:ext cx="1401100" cy="570271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Contains</a:t>
            </a:r>
          </a:p>
        </p:txBody>
      </p:sp>
      <p:sp>
        <p:nvSpPr>
          <p:cNvPr id="89" name="Flowchart: Decision 88">
            <a:extLst>
              <a:ext uri="{FF2B5EF4-FFF2-40B4-BE49-F238E27FC236}">
                <a16:creationId xmlns:a16="http://schemas.microsoft.com/office/drawing/2014/main" id="{500327C9-233C-205A-6F01-EEAD5B6A2C00}"/>
              </a:ext>
            </a:extLst>
          </p:cNvPr>
          <p:cNvSpPr/>
          <p:nvPr/>
        </p:nvSpPr>
        <p:spPr>
          <a:xfrm>
            <a:off x="7123473" y="2665455"/>
            <a:ext cx="1415846" cy="570271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err="1"/>
              <a:t>Shipped_By</a:t>
            </a:r>
            <a:endParaRPr lang="en-IN" sz="1100" dirty="0"/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3A9E1FA5-8270-5A33-9BBA-B671E8A1EEE1}"/>
              </a:ext>
            </a:extLst>
          </p:cNvPr>
          <p:cNvCxnSpPr>
            <a:cxnSpLocks/>
            <a:stCxn id="87" idx="0"/>
            <a:endCxn id="50" idx="4"/>
          </p:cNvCxnSpPr>
          <p:nvPr/>
        </p:nvCxnSpPr>
        <p:spPr>
          <a:xfrm flipV="1">
            <a:off x="5884605" y="3116838"/>
            <a:ext cx="24579" cy="1081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5773A2C5-4344-7CD9-F319-D38EAD9B384F}"/>
              </a:ext>
            </a:extLst>
          </p:cNvPr>
          <p:cNvCxnSpPr>
            <a:stCxn id="50" idx="6"/>
            <a:endCxn id="89" idx="1"/>
          </p:cNvCxnSpPr>
          <p:nvPr/>
        </p:nvCxnSpPr>
        <p:spPr>
          <a:xfrm>
            <a:off x="6592526" y="2934941"/>
            <a:ext cx="530947" cy="156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F68825D3-5B28-EB14-7F79-66488D607659}"/>
              </a:ext>
            </a:extLst>
          </p:cNvPr>
          <p:cNvSpPr/>
          <p:nvPr/>
        </p:nvSpPr>
        <p:spPr>
          <a:xfrm>
            <a:off x="8416419" y="3190665"/>
            <a:ext cx="2054942" cy="66859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SHIPMENT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B020514F-D7F4-C751-C94D-03D9FAF07AC1}"/>
              </a:ext>
            </a:extLst>
          </p:cNvPr>
          <p:cNvCxnSpPr>
            <a:stCxn id="89" idx="3"/>
          </p:cNvCxnSpPr>
          <p:nvPr/>
        </p:nvCxnSpPr>
        <p:spPr>
          <a:xfrm>
            <a:off x="8539319" y="2950591"/>
            <a:ext cx="0" cy="2310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Oval 102">
            <a:extLst>
              <a:ext uri="{FF2B5EF4-FFF2-40B4-BE49-F238E27FC236}">
                <a16:creationId xmlns:a16="http://schemas.microsoft.com/office/drawing/2014/main" id="{548055E1-12D2-6C92-523D-3585EA9C889D}"/>
              </a:ext>
            </a:extLst>
          </p:cNvPr>
          <p:cNvSpPr/>
          <p:nvPr/>
        </p:nvSpPr>
        <p:spPr>
          <a:xfrm>
            <a:off x="8608142" y="3893727"/>
            <a:ext cx="1366684" cy="3637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err="1"/>
              <a:t>Shipment_Id</a:t>
            </a:r>
            <a:endParaRPr lang="en-IN" sz="1100" dirty="0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B15C8AC1-5457-8AC6-BA5D-B8245DED143C}"/>
              </a:ext>
            </a:extLst>
          </p:cNvPr>
          <p:cNvSpPr/>
          <p:nvPr/>
        </p:nvSpPr>
        <p:spPr>
          <a:xfrm>
            <a:off x="8608142" y="4262374"/>
            <a:ext cx="1366684" cy="3637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err="1"/>
              <a:t>Shipment_Date</a:t>
            </a:r>
            <a:endParaRPr lang="en-IN" sz="900" dirty="0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682F2710-B7A3-54CC-1038-A381623CE64A}"/>
              </a:ext>
            </a:extLst>
          </p:cNvPr>
          <p:cNvSpPr/>
          <p:nvPr/>
        </p:nvSpPr>
        <p:spPr>
          <a:xfrm>
            <a:off x="8608142" y="4626168"/>
            <a:ext cx="1366684" cy="3637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err="1"/>
              <a:t>Delivery_Date</a:t>
            </a:r>
            <a:endParaRPr lang="en-IN" sz="1050" dirty="0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F9665E78-481E-631D-D529-E0240E73E046}"/>
              </a:ext>
            </a:extLst>
          </p:cNvPr>
          <p:cNvSpPr/>
          <p:nvPr/>
        </p:nvSpPr>
        <p:spPr>
          <a:xfrm>
            <a:off x="8615210" y="5006978"/>
            <a:ext cx="1366684" cy="3637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dirty="0" err="1"/>
              <a:t>Shipping_Address</a:t>
            </a:r>
            <a:endParaRPr lang="en-IN" sz="800" dirty="0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6447DB23-91A8-208F-F7D7-1577F6EF3F03}"/>
              </a:ext>
            </a:extLst>
          </p:cNvPr>
          <p:cNvSpPr/>
          <p:nvPr/>
        </p:nvSpPr>
        <p:spPr>
          <a:xfrm>
            <a:off x="8642557" y="5387989"/>
            <a:ext cx="1366684" cy="3637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dirty="0" err="1"/>
              <a:t>Shipment_Status</a:t>
            </a:r>
            <a:endParaRPr lang="en-IN" sz="800" dirty="0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3725773C-4F97-E634-5763-B016663C2C39}"/>
              </a:ext>
            </a:extLst>
          </p:cNvPr>
          <p:cNvSpPr/>
          <p:nvPr/>
        </p:nvSpPr>
        <p:spPr>
          <a:xfrm>
            <a:off x="8608142" y="5781567"/>
            <a:ext cx="1366684" cy="3637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err="1"/>
              <a:t>Order_Id</a:t>
            </a:r>
            <a:r>
              <a:rPr lang="en-IN" sz="1100" dirty="0"/>
              <a:t>(FK)</a:t>
            </a: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7875FEC4-B2FC-5DFB-DB8D-043BA62332E7}"/>
              </a:ext>
            </a:extLst>
          </p:cNvPr>
          <p:cNvCxnSpPr/>
          <p:nvPr/>
        </p:nvCxnSpPr>
        <p:spPr>
          <a:xfrm>
            <a:off x="8225920" y="3645444"/>
            <a:ext cx="0" cy="23252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233D601D-004B-7DE0-CF77-F3BA35265B44}"/>
              </a:ext>
            </a:extLst>
          </p:cNvPr>
          <p:cNvCxnSpPr>
            <a:cxnSpLocks/>
            <a:endCxn id="113" idx="2"/>
          </p:cNvCxnSpPr>
          <p:nvPr/>
        </p:nvCxnSpPr>
        <p:spPr>
          <a:xfrm>
            <a:off x="8229603" y="5963464"/>
            <a:ext cx="378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078FDE6E-035F-14AB-6BDF-884A5C84EF05}"/>
              </a:ext>
            </a:extLst>
          </p:cNvPr>
          <p:cNvCxnSpPr>
            <a:cxnSpLocks/>
            <a:endCxn id="111" idx="2"/>
          </p:cNvCxnSpPr>
          <p:nvPr/>
        </p:nvCxnSpPr>
        <p:spPr>
          <a:xfrm>
            <a:off x="8229603" y="5569798"/>
            <a:ext cx="412954" cy="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03DFD97B-8952-E402-A7A2-A94591495E40}"/>
              </a:ext>
            </a:extLst>
          </p:cNvPr>
          <p:cNvCxnSpPr>
            <a:cxnSpLocks/>
          </p:cNvCxnSpPr>
          <p:nvPr/>
        </p:nvCxnSpPr>
        <p:spPr>
          <a:xfrm>
            <a:off x="8227144" y="5188900"/>
            <a:ext cx="412954" cy="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288C38CD-322E-C4FF-93BF-CF213264104A}"/>
              </a:ext>
            </a:extLst>
          </p:cNvPr>
          <p:cNvCxnSpPr>
            <a:cxnSpLocks/>
          </p:cNvCxnSpPr>
          <p:nvPr/>
        </p:nvCxnSpPr>
        <p:spPr>
          <a:xfrm flipV="1">
            <a:off x="8243740" y="4815652"/>
            <a:ext cx="363178" cy="170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CE153A7D-C862-057A-DE13-399524486F2C}"/>
              </a:ext>
            </a:extLst>
          </p:cNvPr>
          <p:cNvCxnSpPr>
            <a:cxnSpLocks/>
          </p:cNvCxnSpPr>
          <p:nvPr/>
        </p:nvCxnSpPr>
        <p:spPr>
          <a:xfrm flipV="1">
            <a:off x="8234830" y="4466593"/>
            <a:ext cx="363178" cy="170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3F874D61-5B19-B93A-B542-3704B6646656}"/>
              </a:ext>
            </a:extLst>
          </p:cNvPr>
          <p:cNvCxnSpPr>
            <a:cxnSpLocks/>
          </p:cNvCxnSpPr>
          <p:nvPr/>
        </p:nvCxnSpPr>
        <p:spPr>
          <a:xfrm>
            <a:off x="8243740" y="4076874"/>
            <a:ext cx="371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CBE1C7F6-6104-3240-0A89-B42F1CB19B0D}"/>
              </a:ext>
            </a:extLst>
          </p:cNvPr>
          <p:cNvCxnSpPr>
            <a:cxnSpLocks/>
          </p:cNvCxnSpPr>
          <p:nvPr/>
        </p:nvCxnSpPr>
        <p:spPr>
          <a:xfrm>
            <a:off x="8225920" y="3656679"/>
            <a:ext cx="1904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D66B26C1-E9BB-38C9-F01F-ACF38F4BB511}"/>
              </a:ext>
            </a:extLst>
          </p:cNvPr>
          <p:cNvSpPr/>
          <p:nvPr/>
        </p:nvSpPr>
        <p:spPr>
          <a:xfrm>
            <a:off x="5122606" y="3901431"/>
            <a:ext cx="1661656" cy="3784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ORDER_IDEM</a:t>
            </a:r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86808788-E46F-71F7-A784-4F4443BB9A67}"/>
              </a:ext>
            </a:extLst>
          </p:cNvPr>
          <p:cNvCxnSpPr>
            <a:cxnSpLocks/>
            <a:stCxn id="87" idx="2"/>
          </p:cNvCxnSpPr>
          <p:nvPr/>
        </p:nvCxnSpPr>
        <p:spPr>
          <a:xfrm>
            <a:off x="5884605" y="3795305"/>
            <a:ext cx="0" cy="106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Oval 140">
            <a:extLst>
              <a:ext uri="{FF2B5EF4-FFF2-40B4-BE49-F238E27FC236}">
                <a16:creationId xmlns:a16="http://schemas.microsoft.com/office/drawing/2014/main" id="{CC3BFF29-BAB6-6511-FFAF-91CA206B5AFF}"/>
              </a:ext>
            </a:extLst>
          </p:cNvPr>
          <p:cNvSpPr/>
          <p:nvPr/>
        </p:nvSpPr>
        <p:spPr>
          <a:xfrm>
            <a:off x="5218471" y="4301778"/>
            <a:ext cx="1366684" cy="3637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err="1"/>
              <a:t>Order_Idem_Id</a:t>
            </a:r>
            <a:endParaRPr lang="en-IN" sz="900" dirty="0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6410E9E0-D79C-277A-401E-47A49DAA4510}"/>
              </a:ext>
            </a:extLst>
          </p:cNvPr>
          <p:cNvSpPr/>
          <p:nvPr/>
        </p:nvSpPr>
        <p:spPr>
          <a:xfrm>
            <a:off x="5218471" y="4682663"/>
            <a:ext cx="1366684" cy="3637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err="1"/>
              <a:t>Quqntity</a:t>
            </a:r>
            <a:endParaRPr lang="en-IN" sz="1100" dirty="0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0F13995A-9F8A-D4BB-E79F-E0E2E91291A6}"/>
              </a:ext>
            </a:extLst>
          </p:cNvPr>
          <p:cNvSpPr/>
          <p:nvPr/>
        </p:nvSpPr>
        <p:spPr>
          <a:xfrm>
            <a:off x="5218471" y="5054588"/>
            <a:ext cx="1366684" cy="3637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err="1"/>
              <a:t>Until_Price</a:t>
            </a:r>
            <a:endParaRPr lang="en-IN" sz="1100" dirty="0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E5818454-DA71-EF0B-4FD3-AFE8BCD519FE}"/>
              </a:ext>
            </a:extLst>
          </p:cNvPr>
          <p:cNvSpPr/>
          <p:nvPr/>
        </p:nvSpPr>
        <p:spPr>
          <a:xfrm>
            <a:off x="5218471" y="5426513"/>
            <a:ext cx="1366684" cy="3637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/>
          </a:p>
          <a:p>
            <a:pPr algn="ctr"/>
            <a:r>
              <a:rPr lang="en-IN" sz="1100" dirty="0" err="1"/>
              <a:t>Order_Id</a:t>
            </a:r>
            <a:r>
              <a:rPr lang="en-IN" sz="1100" dirty="0"/>
              <a:t>(FK)</a:t>
            </a:r>
          </a:p>
          <a:p>
            <a:pPr algn="ctr"/>
            <a:endParaRPr lang="en-IN" dirty="0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A2140333-BFAE-06BB-2190-1A75C2976A2E}"/>
              </a:ext>
            </a:extLst>
          </p:cNvPr>
          <p:cNvSpPr/>
          <p:nvPr/>
        </p:nvSpPr>
        <p:spPr>
          <a:xfrm>
            <a:off x="5184055" y="5790306"/>
            <a:ext cx="1366684" cy="3637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/>
              <a:t>Product_Id(FK)</a:t>
            </a:r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E9254378-9733-8D2F-8393-B6E560FFAC0A}"/>
              </a:ext>
            </a:extLst>
          </p:cNvPr>
          <p:cNvCxnSpPr>
            <a:cxnSpLocks/>
          </p:cNvCxnSpPr>
          <p:nvPr/>
        </p:nvCxnSpPr>
        <p:spPr>
          <a:xfrm>
            <a:off x="4859594" y="4090646"/>
            <a:ext cx="0" cy="19117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DD5BA125-09CF-07ED-0652-F36F91FD6B22}"/>
              </a:ext>
            </a:extLst>
          </p:cNvPr>
          <p:cNvCxnSpPr>
            <a:cxnSpLocks/>
            <a:endCxn id="149" idx="2"/>
          </p:cNvCxnSpPr>
          <p:nvPr/>
        </p:nvCxnSpPr>
        <p:spPr>
          <a:xfrm>
            <a:off x="4842386" y="5972203"/>
            <a:ext cx="3416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305C8289-F37B-8C1C-3BBA-AF45FA6B6E95}"/>
              </a:ext>
            </a:extLst>
          </p:cNvPr>
          <p:cNvCxnSpPr>
            <a:cxnSpLocks/>
            <a:endCxn id="147" idx="2"/>
          </p:cNvCxnSpPr>
          <p:nvPr/>
        </p:nvCxnSpPr>
        <p:spPr>
          <a:xfrm>
            <a:off x="4858371" y="5608410"/>
            <a:ext cx="360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06FC48C6-C4DD-F8C0-FAF3-75615E012498}"/>
              </a:ext>
            </a:extLst>
          </p:cNvPr>
          <p:cNvCxnSpPr>
            <a:cxnSpLocks/>
          </p:cNvCxnSpPr>
          <p:nvPr/>
        </p:nvCxnSpPr>
        <p:spPr>
          <a:xfrm>
            <a:off x="4850998" y="5245424"/>
            <a:ext cx="360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113C07D1-3039-8EC2-0C95-E476022EB52F}"/>
              </a:ext>
            </a:extLst>
          </p:cNvPr>
          <p:cNvCxnSpPr>
            <a:cxnSpLocks/>
          </p:cNvCxnSpPr>
          <p:nvPr/>
        </p:nvCxnSpPr>
        <p:spPr>
          <a:xfrm>
            <a:off x="4858371" y="4864560"/>
            <a:ext cx="360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D59EC3CC-33D9-8F2D-76E1-EF5C82F6D83C}"/>
              </a:ext>
            </a:extLst>
          </p:cNvPr>
          <p:cNvCxnSpPr>
            <a:cxnSpLocks/>
          </p:cNvCxnSpPr>
          <p:nvPr/>
        </p:nvCxnSpPr>
        <p:spPr>
          <a:xfrm>
            <a:off x="4858371" y="4486183"/>
            <a:ext cx="360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0A99E2DD-5CDF-8925-B8A6-D0EA6BCC5CA4}"/>
              </a:ext>
            </a:extLst>
          </p:cNvPr>
          <p:cNvCxnSpPr>
            <a:cxnSpLocks/>
            <a:endCxn id="132" idx="1"/>
          </p:cNvCxnSpPr>
          <p:nvPr/>
        </p:nvCxnSpPr>
        <p:spPr>
          <a:xfrm>
            <a:off x="4867592" y="4090646"/>
            <a:ext cx="2550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Flowchart: Decision 169">
            <a:extLst>
              <a:ext uri="{FF2B5EF4-FFF2-40B4-BE49-F238E27FC236}">
                <a16:creationId xmlns:a16="http://schemas.microsoft.com/office/drawing/2014/main" id="{1AC66711-2DF7-8C6A-97F8-E0A37FAD4518}"/>
              </a:ext>
            </a:extLst>
          </p:cNvPr>
          <p:cNvSpPr/>
          <p:nvPr/>
        </p:nvSpPr>
        <p:spPr>
          <a:xfrm>
            <a:off x="2778221" y="2423667"/>
            <a:ext cx="1401100" cy="570271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Refer to</a:t>
            </a:r>
          </a:p>
        </p:txBody>
      </p: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C3C64DE9-06D4-082D-07E2-2C7DA9AE4667}"/>
              </a:ext>
            </a:extLst>
          </p:cNvPr>
          <p:cNvSpPr/>
          <p:nvPr/>
        </p:nvSpPr>
        <p:spPr>
          <a:xfrm>
            <a:off x="108155" y="4124830"/>
            <a:ext cx="1661656" cy="3784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PRODUCT</a:t>
            </a:r>
          </a:p>
        </p:txBody>
      </p:sp>
      <p:sp>
        <p:nvSpPr>
          <p:cNvPr id="174" name="Flowchart: Decision 173">
            <a:extLst>
              <a:ext uri="{FF2B5EF4-FFF2-40B4-BE49-F238E27FC236}">
                <a16:creationId xmlns:a16="http://schemas.microsoft.com/office/drawing/2014/main" id="{FC0B068C-5CD0-6ED1-6F74-599F9179DB66}"/>
              </a:ext>
            </a:extLst>
          </p:cNvPr>
          <p:cNvSpPr/>
          <p:nvPr/>
        </p:nvSpPr>
        <p:spPr>
          <a:xfrm>
            <a:off x="2266937" y="4016642"/>
            <a:ext cx="1401100" cy="570271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Belongs to</a:t>
            </a:r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AB0F6C23-E8EB-B8AA-DD3B-32E1B0664CC8}"/>
              </a:ext>
            </a:extLst>
          </p:cNvPr>
          <p:cNvSpPr/>
          <p:nvPr/>
        </p:nvSpPr>
        <p:spPr>
          <a:xfrm>
            <a:off x="2698954" y="5054588"/>
            <a:ext cx="1661656" cy="3784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CATEGORY</a:t>
            </a: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A5DF06E8-F322-11DC-AED6-3A334AFF2A55}"/>
              </a:ext>
            </a:extLst>
          </p:cNvPr>
          <p:cNvSpPr/>
          <p:nvPr/>
        </p:nvSpPr>
        <p:spPr>
          <a:xfrm>
            <a:off x="265470" y="4678554"/>
            <a:ext cx="1366684" cy="3637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Product_Id</a:t>
            </a:r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263BA8B7-DDAD-FD44-DB33-7581CFCC94CF}"/>
              </a:ext>
            </a:extLst>
          </p:cNvPr>
          <p:cNvSpPr/>
          <p:nvPr/>
        </p:nvSpPr>
        <p:spPr>
          <a:xfrm>
            <a:off x="240890" y="5078359"/>
            <a:ext cx="1366684" cy="3637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err="1"/>
              <a:t>Product_Name</a:t>
            </a:r>
            <a:endParaRPr lang="en-IN" sz="1000" dirty="0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195CD334-3812-D228-BA53-D644EE7EBC63}"/>
              </a:ext>
            </a:extLst>
          </p:cNvPr>
          <p:cNvSpPr/>
          <p:nvPr/>
        </p:nvSpPr>
        <p:spPr>
          <a:xfrm>
            <a:off x="240890" y="5439510"/>
            <a:ext cx="1366684" cy="3637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Price</a:t>
            </a: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6B2D7D1D-4FC8-DA04-9DEA-057CFD36C5D6}"/>
              </a:ext>
            </a:extLst>
          </p:cNvPr>
          <p:cNvSpPr/>
          <p:nvPr/>
        </p:nvSpPr>
        <p:spPr>
          <a:xfrm>
            <a:off x="240890" y="5830265"/>
            <a:ext cx="1366684" cy="3637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Stock</a:t>
            </a:r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6BFF48F4-9877-9BC0-7DC4-5A28B7B9F3D0}"/>
              </a:ext>
            </a:extLst>
          </p:cNvPr>
          <p:cNvSpPr/>
          <p:nvPr/>
        </p:nvSpPr>
        <p:spPr>
          <a:xfrm>
            <a:off x="240890" y="6184315"/>
            <a:ext cx="1366684" cy="3637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err="1"/>
              <a:t>Category_Id</a:t>
            </a:r>
            <a:endParaRPr lang="en-IN" sz="1200" dirty="0"/>
          </a:p>
        </p:txBody>
      </p: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45DD49F5-D462-CB5C-1AF8-CE65CB8941F6}"/>
              </a:ext>
            </a:extLst>
          </p:cNvPr>
          <p:cNvCxnSpPr>
            <a:stCxn id="172" idx="3"/>
            <a:endCxn id="174" idx="1"/>
          </p:cNvCxnSpPr>
          <p:nvPr/>
        </p:nvCxnSpPr>
        <p:spPr>
          <a:xfrm flipV="1">
            <a:off x="1769811" y="4301778"/>
            <a:ext cx="497126" cy="122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EF1F54AB-1E68-26A4-7027-88C410AB380F}"/>
              </a:ext>
            </a:extLst>
          </p:cNvPr>
          <p:cNvCxnSpPr>
            <a:cxnSpLocks/>
          </p:cNvCxnSpPr>
          <p:nvPr/>
        </p:nvCxnSpPr>
        <p:spPr>
          <a:xfrm>
            <a:off x="3667433" y="4314660"/>
            <a:ext cx="0" cy="7317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Oval 195">
            <a:extLst>
              <a:ext uri="{FF2B5EF4-FFF2-40B4-BE49-F238E27FC236}">
                <a16:creationId xmlns:a16="http://schemas.microsoft.com/office/drawing/2014/main" id="{04EB9416-7C76-5A35-6C75-C96935B7796E}"/>
              </a:ext>
            </a:extLst>
          </p:cNvPr>
          <p:cNvSpPr/>
          <p:nvPr/>
        </p:nvSpPr>
        <p:spPr>
          <a:xfrm>
            <a:off x="2809568" y="5638624"/>
            <a:ext cx="1366684" cy="3637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err="1"/>
              <a:t>Category_Id</a:t>
            </a:r>
            <a:endParaRPr lang="en-IN" sz="1200" dirty="0"/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757FEA23-2195-F629-6383-C88AC003380B}"/>
              </a:ext>
            </a:extLst>
          </p:cNvPr>
          <p:cNvSpPr/>
          <p:nvPr/>
        </p:nvSpPr>
        <p:spPr>
          <a:xfrm>
            <a:off x="2808957" y="6002418"/>
            <a:ext cx="1366684" cy="3637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err="1"/>
              <a:t>Category_Name</a:t>
            </a:r>
            <a:endParaRPr lang="en-IN" sz="900" dirty="0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BE1381A7-C7C2-0507-9FE4-A11B250EBC59}"/>
              </a:ext>
            </a:extLst>
          </p:cNvPr>
          <p:cNvSpPr/>
          <p:nvPr/>
        </p:nvSpPr>
        <p:spPr>
          <a:xfrm>
            <a:off x="2804041" y="6415549"/>
            <a:ext cx="1366684" cy="3637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err="1"/>
              <a:t>Decription</a:t>
            </a:r>
            <a:endParaRPr lang="en-IN" sz="1200" dirty="0"/>
          </a:p>
        </p:txBody>
      </p: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2F451874-05D7-2280-79F2-37F06D66EA18}"/>
              </a:ext>
            </a:extLst>
          </p:cNvPr>
          <p:cNvCxnSpPr>
            <a:cxnSpLocks/>
          </p:cNvCxnSpPr>
          <p:nvPr/>
        </p:nvCxnSpPr>
        <p:spPr>
          <a:xfrm>
            <a:off x="108155" y="4279861"/>
            <a:ext cx="0" cy="20769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A0511FE1-6C08-45E4-9E9A-84A6D44D91CE}"/>
              </a:ext>
            </a:extLst>
          </p:cNvPr>
          <p:cNvCxnSpPr>
            <a:cxnSpLocks/>
            <a:endCxn id="186" idx="2"/>
          </p:cNvCxnSpPr>
          <p:nvPr/>
        </p:nvCxnSpPr>
        <p:spPr>
          <a:xfrm>
            <a:off x="108155" y="6366212"/>
            <a:ext cx="1327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6F8CFB8E-46F9-6EFF-028B-B21E34B9B726}"/>
              </a:ext>
            </a:extLst>
          </p:cNvPr>
          <p:cNvCxnSpPr>
            <a:cxnSpLocks/>
          </p:cNvCxnSpPr>
          <p:nvPr/>
        </p:nvCxnSpPr>
        <p:spPr>
          <a:xfrm>
            <a:off x="108155" y="6002418"/>
            <a:ext cx="132735" cy="97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B358A921-8BB8-2C50-F080-6B9AFC314D53}"/>
              </a:ext>
            </a:extLst>
          </p:cNvPr>
          <p:cNvCxnSpPr>
            <a:endCxn id="178" idx="2"/>
          </p:cNvCxnSpPr>
          <p:nvPr/>
        </p:nvCxnSpPr>
        <p:spPr>
          <a:xfrm flipV="1">
            <a:off x="108155" y="4860451"/>
            <a:ext cx="157315" cy="41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0BD26AF3-C2B3-B986-DC7E-01678E35027C}"/>
              </a:ext>
            </a:extLst>
          </p:cNvPr>
          <p:cNvCxnSpPr>
            <a:cxnSpLocks/>
            <a:endCxn id="180" idx="2"/>
          </p:cNvCxnSpPr>
          <p:nvPr/>
        </p:nvCxnSpPr>
        <p:spPr>
          <a:xfrm flipV="1">
            <a:off x="108155" y="5260256"/>
            <a:ext cx="132735" cy="28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957C2B00-D08A-9AF0-EB07-C604FA830630}"/>
              </a:ext>
            </a:extLst>
          </p:cNvPr>
          <p:cNvCxnSpPr>
            <a:cxnSpLocks/>
          </p:cNvCxnSpPr>
          <p:nvPr/>
        </p:nvCxnSpPr>
        <p:spPr>
          <a:xfrm flipH="1">
            <a:off x="2412908" y="2718641"/>
            <a:ext cx="408950" cy="19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F90F20B3-2D9B-4199-29E0-E22D2FC8E277}"/>
              </a:ext>
            </a:extLst>
          </p:cNvPr>
          <p:cNvCxnSpPr/>
          <p:nvPr/>
        </p:nvCxnSpPr>
        <p:spPr>
          <a:xfrm>
            <a:off x="2428567" y="2728480"/>
            <a:ext cx="0" cy="1066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CF2FAA13-E7C2-FFDC-AEE6-BB96D2E310E4}"/>
              </a:ext>
            </a:extLst>
          </p:cNvPr>
          <p:cNvCxnSpPr/>
          <p:nvPr/>
        </p:nvCxnSpPr>
        <p:spPr>
          <a:xfrm flipH="1">
            <a:off x="1278194" y="3795305"/>
            <a:ext cx="11503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E10C1698-A40F-BF6A-E199-A283EE28D5B4}"/>
              </a:ext>
            </a:extLst>
          </p:cNvPr>
          <p:cNvCxnSpPr/>
          <p:nvPr/>
        </p:nvCxnSpPr>
        <p:spPr>
          <a:xfrm>
            <a:off x="1268361" y="3795305"/>
            <a:ext cx="0" cy="2803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CF16B7EF-4DFE-E1D7-B0D7-3C9390E765C6}"/>
              </a:ext>
            </a:extLst>
          </p:cNvPr>
          <p:cNvCxnSpPr>
            <a:cxnSpLocks/>
          </p:cNvCxnSpPr>
          <p:nvPr/>
        </p:nvCxnSpPr>
        <p:spPr>
          <a:xfrm flipH="1">
            <a:off x="4176253" y="2708803"/>
            <a:ext cx="14740" cy="19738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5724AEFC-18A6-2C3F-54E4-D78A3679B93F}"/>
              </a:ext>
            </a:extLst>
          </p:cNvPr>
          <p:cNvCxnSpPr/>
          <p:nvPr/>
        </p:nvCxnSpPr>
        <p:spPr>
          <a:xfrm>
            <a:off x="4178710" y="4665572"/>
            <a:ext cx="679661" cy="17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2A489B26-F422-C0A9-DFA5-F59C79EBCC71}"/>
              </a:ext>
            </a:extLst>
          </p:cNvPr>
          <p:cNvCxnSpPr>
            <a:cxnSpLocks/>
          </p:cNvCxnSpPr>
          <p:nvPr/>
        </p:nvCxnSpPr>
        <p:spPr>
          <a:xfrm>
            <a:off x="2536723" y="5236485"/>
            <a:ext cx="0" cy="1360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A4A7F8B6-F3F8-B8D8-C744-706D7634CDC8}"/>
              </a:ext>
            </a:extLst>
          </p:cNvPr>
          <p:cNvCxnSpPr>
            <a:cxnSpLocks/>
            <a:endCxn id="176" idx="1"/>
          </p:cNvCxnSpPr>
          <p:nvPr/>
        </p:nvCxnSpPr>
        <p:spPr>
          <a:xfrm>
            <a:off x="2546555" y="5243803"/>
            <a:ext cx="1523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352A9870-7A5B-2230-221D-BEC26A2CFAC7}"/>
              </a:ext>
            </a:extLst>
          </p:cNvPr>
          <p:cNvCxnSpPr>
            <a:cxnSpLocks/>
            <a:endCxn id="200" idx="2"/>
          </p:cNvCxnSpPr>
          <p:nvPr/>
        </p:nvCxnSpPr>
        <p:spPr>
          <a:xfrm>
            <a:off x="2546555" y="6597446"/>
            <a:ext cx="2574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5D6BF417-11E4-FFD8-51FE-F57026F2ED6D}"/>
              </a:ext>
            </a:extLst>
          </p:cNvPr>
          <p:cNvCxnSpPr>
            <a:cxnSpLocks/>
          </p:cNvCxnSpPr>
          <p:nvPr/>
        </p:nvCxnSpPr>
        <p:spPr>
          <a:xfrm>
            <a:off x="2536723" y="6184315"/>
            <a:ext cx="2909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2C65331F-3DE1-A5A8-6077-A20EF3E21E48}"/>
              </a:ext>
            </a:extLst>
          </p:cNvPr>
          <p:cNvCxnSpPr>
            <a:cxnSpLocks/>
          </p:cNvCxnSpPr>
          <p:nvPr/>
        </p:nvCxnSpPr>
        <p:spPr>
          <a:xfrm>
            <a:off x="2546554" y="5820521"/>
            <a:ext cx="2909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4685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</Words>
  <Application>Microsoft Office PowerPoint</Application>
  <PresentationFormat>Widescreen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suba shini</dc:creator>
  <cp:lastModifiedBy>suba shini</cp:lastModifiedBy>
  <cp:revision>1</cp:revision>
  <dcterms:created xsi:type="dcterms:W3CDTF">2026-07-21T08:03:08Z</dcterms:created>
  <dcterms:modified xsi:type="dcterms:W3CDTF">2026-07-21T08:03:08Z</dcterms:modified>
</cp:coreProperties>
</file>